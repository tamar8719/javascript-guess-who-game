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986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15ACA0-06C0-4AEA-B18B-B1E842364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753CBE6-2D04-43DA-A7D3-58EF3911D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6CCA87C-5280-4932-8901-13C88DCA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62E2898-C674-43D4-8ED4-610C7AF5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3F35B77-28C7-4E84-8691-03E58A25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309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C27693-F394-471D-9847-928DC0E1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52D4CC-782F-4A40-BA07-3E06644C1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012DB33-9736-46EA-96F1-D28C17E6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7FF5E69-6464-4644-B7B4-9061310D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C669D09-415F-4AB2-A1A2-278FE234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879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E6864C-3C5E-4960-8AA3-045A6B25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3E3C11E-01A1-4F5B-82D1-EC7C47F29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98CE226-CFDA-4AC1-9AE6-9DE6620E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52EF3F-6398-4910-B6B2-8C863BAF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670D5FD-1966-466E-862E-07C8945D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731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85B394-1B13-48F7-95FF-E4D006CD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D7AAC2-2074-4843-86CC-03E6929FB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948E177-3BC1-4CD1-BEE3-B5AE7C3E0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F5AE28C-54FC-4956-A970-C4FF7B06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E68181D-31C7-41EE-88A5-4A364455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820B24B-8D5D-4BE5-9303-A42C8BCD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958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45CF1B-2430-4BAB-B164-113B97D5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E77331F-9CCB-4899-B169-1FA5621A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961EA6A-FDFD-40D1-8DE8-3699582F8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88E46A7-3F65-42D8-A865-55BEF8E6F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8D38E95-4C76-4FFE-AD3F-512A76794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947B965-3C1F-4740-89C5-EE51AC2D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CE2C52C-0D4C-4FC5-AF14-981B27BF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E73AD52-41E0-4396-A8F0-464F0658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963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EB947A-1998-40F5-9237-1EC89471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58DAA24-A0A8-48D7-B925-C69C9754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045BFAA-18C3-44EA-930C-E79AFBDD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4FEAEB4-ABFC-45C5-8DD6-AA00CD72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2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9CB0DE6-FBFC-440D-B673-95E92AA9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78DF48C-549E-4ED5-A839-B830393B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638D16A-E5B7-41D5-B059-47C8B751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9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A24267-C4D3-4C9E-9743-C0805B24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7A4BEE-27E6-4D6D-B1E7-C34B5D001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1064A9-FBE0-4966-BE08-34D0EA72D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D6A029F-5D04-49EF-B938-66B4E1BB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28DDD21-2FD4-41CB-8E03-33D4A71E6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BE59471-D5EC-487A-BAEA-44F889F7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322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9C0045-259D-48FF-9001-EA1EECD3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24E54E5-FB33-4FEF-AE42-C29342853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26042F8-9BA8-435E-98A2-83CCA5CC8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90C6085-2D26-4486-B7FB-722600B1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61CDDE4-CCCE-410B-9F8F-86D5C335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636C638-BA1B-4DE3-9663-98FD7C6F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838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C51755-39D4-4E29-8632-65F204D7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20F55D2-6392-4DE0-B554-B6F3F13F4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E8C3F7-DD91-4235-A902-A83D6F2C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39651AC-34B4-458B-A0B5-B3529C35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5C5F466-C1F3-44D6-BA17-C76AF2EC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698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9332094-B6C0-43E8-9005-C74FD5468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94121DE-E230-4FC6-A47C-051195E18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FF93E48-4BB7-477F-B3D8-6D14E391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ADDEFB9-F06C-49C1-9868-006841F8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3FDFF33-C3D6-439E-B0AE-D4720FCB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624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91A651E4-FA18-4844-85DB-99367B326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26C0565-D4EE-4BDB-B853-57E200AA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F65877-A4DC-4AF7-8FE3-366736535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9003C-1E70-4E47-BC18-9A4F7170BA30}" type="datetimeFigureOut">
              <a:rPr lang="he-IL" smtClean="0"/>
              <a:t>ד'/אדר/תשפ"ה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86580F-6C9F-4A8C-95EF-2798242BD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8FB8C99-1272-41BF-B21E-EBE3054C4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E0D91-FF6C-4265-A4DA-19BBF12B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9434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2E308538-1AF1-4F9A-9BF1-F55F3B942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3C72580-909E-4D9E-98EB-F403C90D19CB}"/>
              </a:ext>
            </a:extLst>
          </p:cNvPr>
          <p:cNvSpPr txBox="1"/>
          <p:nvPr/>
        </p:nvSpPr>
        <p:spPr>
          <a:xfrm>
            <a:off x="5251938" y="0"/>
            <a:ext cx="1465384" cy="1015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000" dirty="0"/>
              <a:t>יוסף</a:t>
            </a:r>
          </a:p>
        </p:txBody>
      </p:sp>
    </p:spTree>
    <p:extLst>
      <p:ext uri="{BB962C8B-B14F-4D97-AF65-F5344CB8AC3E}">
        <p14:creationId xmlns:p14="http://schemas.microsoft.com/office/powerpoint/2010/main" val="407927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9E2F6A4A-F1CB-B306-697A-6927966F9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75782E3-1F5D-B5FD-073F-C19BCF8FD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A22B9CF0-B1D0-3726-905A-26EB26172944}"/>
              </a:ext>
            </a:extLst>
          </p:cNvPr>
          <p:cNvSpPr txBox="1"/>
          <p:nvPr/>
        </p:nvSpPr>
        <p:spPr>
          <a:xfrm>
            <a:off x="5205046" y="0"/>
            <a:ext cx="1817076" cy="923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5400" dirty="0"/>
              <a:t>יהודה</a:t>
            </a:r>
          </a:p>
        </p:txBody>
      </p:sp>
    </p:spTree>
    <p:extLst>
      <p:ext uri="{BB962C8B-B14F-4D97-AF65-F5344CB8AC3E}">
        <p14:creationId xmlns:p14="http://schemas.microsoft.com/office/powerpoint/2010/main" val="190193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18EC25AA-B4C8-186E-EB89-5F32A4EC3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787BE5A3-963A-7ED1-044E-4A13A7A89FB5}"/>
              </a:ext>
            </a:extLst>
          </p:cNvPr>
          <p:cNvSpPr txBox="1"/>
          <p:nvPr/>
        </p:nvSpPr>
        <p:spPr>
          <a:xfrm>
            <a:off x="5375030" y="0"/>
            <a:ext cx="1441937" cy="1015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000" dirty="0"/>
              <a:t>ריקי</a:t>
            </a:r>
          </a:p>
        </p:txBody>
      </p:sp>
    </p:spTree>
    <p:extLst>
      <p:ext uri="{BB962C8B-B14F-4D97-AF65-F5344CB8AC3E}">
        <p14:creationId xmlns:p14="http://schemas.microsoft.com/office/powerpoint/2010/main" val="215329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B44A0E48-B060-6813-4C42-DBD2CF437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6771C08E-C6F8-E71F-1AE7-EBAB1B33E752}"/>
              </a:ext>
            </a:extLst>
          </p:cNvPr>
          <p:cNvSpPr txBox="1"/>
          <p:nvPr/>
        </p:nvSpPr>
        <p:spPr>
          <a:xfrm>
            <a:off x="4798646" y="0"/>
            <a:ext cx="2405183" cy="923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5400" dirty="0"/>
              <a:t>בת שבע</a:t>
            </a:r>
          </a:p>
        </p:txBody>
      </p:sp>
    </p:spTree>
    <p:extLst>
      <p:ext uri="{BB962C8B-B14F-4D97-AF65-F5344CB8AC3E}">
        <p14:creationId xmlns:p14="http://schemas.microsoft.com/office/powerpoint/2010/main" val="1478668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48302AEF-5039-CE91-5136-ADF803FD5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7ACDF9F-5F04-2F98-B67C-F02F2C0A8048}"/>
              </a:ext>
            </a:extLst>
          </p:cNvPr>
          <p:cNvSpPr txBox="1"/>
          <p:nvPr/>
        </p:nvSpPr>
        <p:spPr>
          <a:xfrm>
            <a:off x="5251937" y="0"/>
            <a:ext cx="1465385" cy="1015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000" dirty="0"/>
              <a:t>רותי</a:t>
            </a:r>
          </a:p>
        </p:txBody>
      </p:sp>
    </p:spTree>
    <p:extLst>
      <p:ext uri="{BB962C8B-B14F-4D97-AF65-F5344CB8AC3E}">
        <p14:creationId xmlns:p14="http://schemas.microsoft.com/office/powerpoint/2010/main" val="338002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4769D710-3CFD-A74A-5D30-74088EFEB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C17B9D7-F288-2D5B-F041-D96FCAB0A9FD}"/>
              </a:ext>
            </a:extLst>
          </p:cNvPr>
          <p:cNvSpPr txBox="1"/>
          <p:nvPr/>
        </p:nvSpPr>
        <p:spPr>
          <a:xfrm>
            <a:off x="4900245" y="7815"/>
            <a:ext cx="2561491" cy="1107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/>
              <a:t>גבריאל</a:t>
            </a:r>
          </a:p>
        </p:txBody>
      </p:sp>
    </p:spTree>
    <p:extLst>
      <p:ext uri="{BB962C8B-B14F-4D97-AF65-F5344CB8AC3E}">
        <p14:creationId xmlns:p14="http://schemas.microsoft.com/office/powerpoint/2010/main" val="294968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F14720F4-3435-FB8F-D0DC-0D2289651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116CDE-D480-6843-9CB4-FCCAEACA1C67}"/>
              </a:ext>
            </a:extLst>
          </p:cNvPr>
          <p:cNvSpPr txBox="1"/>
          <p:nvPr/>
        </p:nvSpPr>
        <p:spPr>
          <a:xfrm>
            <a:off x="4808414" y="0"/>
            <a:ext cx="2575169" cy="1015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000" dirty="0"/>
              <a:t>מטילדה</a:t>
            </a:r>
          </a:p>
        </p:txBody>
      </p:sp>
    </p:spTree>
    <p:extLst>
      <p:ext uri="{BB962C8B-B14F-4D97-AF65-F5344CB8AC3E}">
        <p14:creationId xmlns:p14="http://schemas.microsoft.com/office/powerpoint/2010/main" val="316343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2A68E25B-7DB5-1F05-9E62-95E2E5750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780372A-7B2E-6448-F74D-B5EB077188F0}"/>
              </a:ext>
            </a:extLst>
          </p:cNvPr>
          <p:cNvSpPr txBox="1"/>
          <p:nvPr/>
        </p:nvSpPr>
        <p:spPr>
          <a:xfrm>
            <a:off x="4884615" y="0"/>
            <a:ext cx="2301631" cy="1107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/>
              <a:t>שפרה</a:t>
            </a:r>
          </a:p>
        </p:txBody>
      </p:sp>
    </p:spTree>
    <p:extLst>
      <p:ext uri="{BB962C8B-B14F-4D97-AF65-F5344CB8AC3E}">
        <p14:creationId xmlns:p14="http://schemas.microsoft.com/office/powerpoint/2010/main" val="201443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9624E9F7-9DD3-0AEE-202D-CA147F31A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B36C8FA-67C5-CD18-2A6A-44470D39136A}"/>
              </a:ext>
            </a:extLst>
          </p:cNvPr>
          <p:cNvSpPr txBox="1"/>
          <p:nvPr/>
        </p:nvSpPr>
        <p:spPr>
          <a:xfrm>
            <a:off x="5011614" y="0"/>
            <a:ext cx="2168769" cy="1107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/>
              <a:t>מנחם</a:t>
            </a:r>
          </a:p>
        </p:txBody>
      </p:sp>
    </p:spTree>
    <p:extLst>
      <p:ext uri="{BB962C8B-B14F-4D97-AF65-F5344CB8AC3E}">
        <p14:creationId xmlns:p14="http://schemas.microsoft.com/office/powerpoint/2010/main" val="375410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D090BCE-98AF-FADC-1E31-0288C0C90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44" y="0"/>
            <a:ext cx="4849111" cy="685800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187127B-6E4A-5B44-440F-8D0470BBA72D}"/>
              </a:ext>
            </a:extLst>
          </p:cNvPr>
          <p:cNvSpPr txBox="1"/>
          <p:nvPr/>
        </p:nvSpPr>
        <p:spPr>
          <a:xfrm>
            <a:off x="5035060" y="7815"/>
            <a:ext cx="2121877" cy="1107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/>
              <a:t>בנימין</a:t>
            </a:r>
          </a:p>
        </p:txBody>
      </p:sp>
    </p:spTree>
    <p:extLst>
      <p:ext uri="{BB962C8B-B14F-4D97-AF65-F5344CB8AC3E}">
        <p14:creationId xmlns:p14="http://schemas.microsoft.com/office/powerpoint/2010/main" val="928336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6C2C1E38-9EB8-2B53-7B76-15C719850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AFC512B-EE81-78EA-1310-5342F91BCE7E}"/>
              </a:ext>
            </a:extLst>
          </p:cNvPr>
          <p:cNvSpPr txBox="1"/>
          <p:nvPr/>
        </p:nvSpPr>
        <p:spPr>
          <a:xfrm>
            <a:off x="5337907" y="0"/>
            <a:ext cx="1309077" cy="1107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/>
              <a:t>אלי</a:t>
            </a:r>
          </a:p>
        </p:txBody>
      </p:sp>
    </p:spTree>
    <p:extLst>
      <p:ext uri="{BB962C8B-B14F-4D97-AF65-F5344CB8AC3E}">
        <p14:creationId xmlns:p14="http://schemas.microsoft.com/office/powerpoint/2010/main" val="4113861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8192D15E-8232-4E59-71A6-0918D8A00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E20334A-40C4-A9F4-FCAC-47055FFA77DA}"/>
              </a:ext>
            </a:extLst>
          </p:cNvPr>
          <p:cNvSpPr txBox="1"/>
          <p:nvPr/>
        </p:nvSpPr>
        <p:spPr>
          <a:xfrm>
            <a:off x="5361353" y="0"/>
            <a:ext cx="1324708" cy="12003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7200" dirty="0"/>
              <a:t>חנן</a:t>
            </a:r>
          </a:p>
        </p:txBody>
      </p:sp>
    </p:spTree>
    <p:extLst>
      <p:ext uri="{BB962C8B-B14F-4D97-AF65-F5344CB8AC3E}">
        <p14:creationId xmlns:p14="http://schemas.microsoft.com/office/powerpoint/2010/main" val="9883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1D49215-9B05-7CCF-12F3-9F8294CFF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44" y="0"/>
            <a:ext cx="484911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84FC7ED-542A-B6CE-B9C4-5238D8E25676}"/>
              </a:ext>
            </a:extLst>
          </p:cNvPr>
          <p:cNvSpPr txBox="1"/>
          <p:nvPr/>
        </p:nvSpPr>
        <p:spPr>
          <a:xfrm>
            <a:off x="5169877" y="10821"/>
            <a:ext cx="1852246" cy="1107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/>
              <a:t>אילה</a:t>
            </a:r>
          </a:p>
        </p:txBody>
      </p:sp>
    </p:spTree>
    <p:extLst>
      <p:ext uri="{BB962C8B-B14F-4D97-AF65-F5344CB8AC3E}">
        <p14:creationId xmlns:p14="http://schemas.microsoft.com/office/powerpoint/2010/main" val="4204142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B9F36E60-E6C7-5A03-290F-FC93B4BEB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44" y="0"/>
            <a:ext cx="484911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16A2A9B-D0A0-3377-9F06-DEA631C29EE3}"/>
              </a:ext>
            </a:extLst>
          </p:cNvPr>
          <p:cNvSpPr txBox="1"/>
          <p:nvPr/>
        </p:nvSpPr>
        <p:spPr>
          <a:xfrm>
            <a:off x="4978400" y="10821"/>
            <a:ext cx="2043723" cy="1015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000" dirty="0"/>
              <a:t>ג'ייקוב</a:t>
            </a:r>
          </a:p>
        </p:txBody>
      </p:sp>
    </p:spTree>
    <p:extLst>
      <p:ext uri="{BB962C8B-B14F-4D97-AF65-F5344CB8AC3E}">
        <p14:creationId xmlns:p14="http://schemas.microsoft.com/office/powerpoint/2010/main" val="2531967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EA34AF71-34ED-E17D-8EB1-57262A005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44" y="0"/>
            <a:ext cx="4849111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123C1D3-6872-D0E3-379A-27E933D7A09A}"/>
              </a:ext>
            </a:extLst>
          </p:cNvPr>
          <p:cNvSpPr txBox="1"/>
          <p:nvPr/>
        </p:nvSpPr>
        <p:spPr>
          <a:xfrm>
            <a:off x="5222630" y="0"/>
            <a:ext cx="1746738" cy="1107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/>
              <a:t>יעקב</a:t>
            </a:r>
          </a:p>
        </p:txBody>
      </p:sp>
    </p:spTree>
    <p:extLst>
      <p:ext uri="{BB962C8B-B14F-4D97-AF65-F5344CB8AC3E}">
        <p14:creationId xmlns:p14="http://schemas.microsoft.com/office/powerpoint/2010/main" val="4213464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E647FD1A-8A58-76AD-815D-0BBD39FFB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2297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17FF90E-425B-BFA9-E55D-9662279331D9}"/>
              </a:ext>
            </a:extLst>
          </p:cNvPr>
          <p:cNvSpPr txBox="1"/>
          <p:nvPr/>
        </p:nvSpPr>
        <p:spPr>
          <a:xfrm>
            <a:off x="-521369" y="2012255"/>
            <a:ext cx="11895222" cy="31547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9900" dirty="0">
                <a:ln w="1270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You Win!!!</a:t>
            </a:r>
            <a:endParaRPr lang="he-IL" sz="19900" dirty="0">
              <a:ln w="12700">
                <a:solidFill>
                  <a:schemeClr val="accent1">
                    <a:lumMod val="7500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740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8F5CDA53-9081-3009-55A0-832194199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2297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78D0A55-9DBE-B52F-12FA-042B9D5A4A95}"/>
              </a:ext>
            </a:extLst>
          </p:cNvPr>
          <p:cNvSpPr txBox="1"/>
          <p:nvPr/>
        </p:nvSpPr>
        <p:spPr>
          <a:xfrm>
            <a:off x="-2261936" y="2012255"/>
            <a:ext cx="11454063" cy="22159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3800" dirty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You Field…</a:t>
            </a:r>
            <a:endParaRPr lang="he-IL" sz="13800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497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A1D9EFA5-A558-BACB-877A-8E1AF025C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2297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158113D-110D-D842-B594-235EB7C67BDA}"/>
              </a:ext>
            </a:extLst>
          </p:cNvPr>
          <p:cNvSpPr txBox="1"/>
          <p:nvPr/>
        </p:nvSpPr>
        <p:spPr>
          <a:xfrm>
            <a:off x="-200527" y="1474845"/>
            <a:ext cx="11895222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600" b="1" dirty="0">
                <a:ln w="1270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נגמרו לך מספר השאלות לניחוש הדמות הנבחרת...</a:t>
            </a:r>
          </a:p>
        </p:txBody>
      </p:sp>
    </p:spTree>
    <p:extLst>
      <p:ext uri="{BB962C8B-B14F-4D97-AF65-F5344CB8AC3E}">
        <p14:creationId xmlns:p14="http://schemas.microsoft.com/office/powerpoint/2010/main" val="191864797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30</Words>
  <Application>Microsoft Office PowerPoint</Application>
  <PresentationFormat>מסך רחב</PresentationFormat>
  <Paragraphs>18</Paragraphs>
  <Slides>18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הילה שריקי</dc:creator>
  <cp:lastModifiedBy>This User</cp:lastModifiedBy>
  <cp:revision>9</cp:revision>
  <dcterms:created xsi:type="dcterms:W3CDTF">2025-02-25T08:58:48Z</dcterms:created>
  <dcterms:modified xsi:type="dcterms:W3CDTF">2025-03-04T20:18:13Z</dcterms:modified>
</cp:coreProperties>
</file>